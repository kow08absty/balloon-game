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02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897F3-C188-40D8-91FB-16C6280F6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933FFB-324D-43D2-8F02-5D147BD95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B64DC-075B-4D2C-B1FF-4C1BBB3B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F4BFE9-2D37-428D-8A1B-79D838C7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38A682-7BD7-4817-9F08-E339581E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04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1F2A-6748-49D7-9CE0-C24F825F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D7FD18-934E-49BB-B813-05E0CADD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D2F7DB-0EF6-4A17-93F9-C24DF7BF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2D985-FCB3-4C6E-B3CB-F07BEA87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F6961E-3C94-4F19-8847-F382D1CF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9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F6DDA-9F00-49FA-A490-88BBC66C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ABD63D-FF32-4FC3-B3F3-52B776BA9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1C364D-D097-4C2D-B43F-155F0EC4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6580C7-A842-415B-B2DC-899B5E46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78B65-2B90-465E-8068-FEE563FA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15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1B6F3-D3A3-4C73-921E-66C00F94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981F76-A394-4BC6-B7AF-A90269060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59E16C-8BDC-42ED-9881-5939750BB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411FC2-6AB1-45AF-AD14-47EB5939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BC079A-434E-4890-B361-402B79E8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D83744-A3CE-43EA-8860-41FDF71F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72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8941E8-2C21-4AE5-938B-76DBE077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45BF7E-E260-4F7E-855F-C78E60D6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36F199-3905-45C8-AEBC-7C250AB51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6F0AC8-5D15-4DEC-9148-F5BA0D61C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69BFCE-8394-4669-84D5-FA19E7DC1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7756D8E-ECFA-46EA-91F4-12DB8E13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F88FC2-067C-4667-83A8-E910F83C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B039D2-60B4-4283-90D1-5A81CD2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102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25DCFA-066F-431A-8C67-E7D2AAFB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942EF0-8C4A-4442-962C-0C43ECB1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2C8AFB-FFF9-4718-861D-3008D1F1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C14FB9-3AA3-4061-A578-30443C66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28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0B602A-C67F-4664-851D-50250DDB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C92D95-8FFF-44AC-9118-16825D1B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FC6F9E-F6B5-4ED2-B8F9-9BF6E2B9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45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10C110-D5CD-4018-87BB-B402E292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9A40A0-D710-4B3F-9084-82839E0E2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66DA7D-3592-4B28-BD60-CFCAFDB6E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B36118-C77D-4A30-A836-C14209DB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325154-40C2-41D1-A58D-AFA61922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A83C59-D7DF-43E7-A263-AA608E15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694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DF997-F812-4084-B2C1-86E642AF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35A61F-3624-45E3-BD6F-752AD6FD7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4AF9E3-ACC9-452E-9D2D-66CE1D151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918F0D-717F-4180-B1E2-1DFB624F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5D4BBA-EAEB-4C17-AC84-E80A23F5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C8C0BE-F4C8-40C0-A5A1-A64505BE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55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E47E0C-934E-4066-9C8F-E1E4441C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7010EC-A343-43E0-A3DF-4ACCBB23D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962732-1A1E-49B6-9BA4-4CD719A9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AE17AB-7205-4B46-910D-D1CC2063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5B2A2D-0A83-4D8A-91B2-36059318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58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AF0FB3-460D-4D6D-92B5-E7E1DCDFB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3A7E05-8E06-4E97-8033-4F08DA69E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E064A9-652A-4872-9A70-65543DE9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C07EA7-7173-46AA-8FB0-AD00362A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108F60-14D5-45DD-BA46-FF26B27A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66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025616-B327-4779-B2F9-3CD2FAF4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C7DB0-E3EB-4A73-891D-B535C5538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66D51-D54C-49DA-9B9F-3B51DB330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6F4A2-EB2E-469B-8062-4F0CFE523CEC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B76085-FCB9-459D-9F62-44560E0CC1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8B99BA-6BFF-4202-905A-9EFCA8A05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1F2A0-E5F0-4263-8EE0-F1EE6C4670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55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B5D685-26F6-4D0C-BB4B-2B053A070B3B}"/>
              </a:ext>
            </a:extLst>
          </p:cNvPr>
          <p:cNvSpPr/>
          <p:nvPr/>
        </p:nvSpPr>
        <p:spPr>
          <a:xfrm>
            <a:off x="6299521" y="4896090"/>
            <a:ext cx="2187616" cy="93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グラフィックス 4" descr="手のひら">
            <a:extLst>
              <a:ext uri="{FF2B5EF4-FFF2-40B4-BE49-F238E27FC236}">
                <a16:creationId xmlns:a16="http://schemas.microsoft.com/office/drawing/2014/main" id="{7629235D-5E93-46A8-ACE2-EFC869A7B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527" y="4167528"/>
            <a:ext cx="2405605" cy="240560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467C005-B422-444D-9F6F-7AB6F96D1396}"/>
              </a:ext>
            </a:extLst>
          </p:cNvPr>
          <p:cNvSpPr/>
          <p:nvPr/>
        </p:nvSpPr>
        <p:spPr>
          <a:xfrm>
            <a:off x="3727048" y="4896090"/>
            <a:ext cx="2187616" cy="93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グラフィックス 5" descr="手のひら">
            <a:extLst>
              <a:ext uri="{FF2B5EF4-FFF2-40B4-BE49-F238E27FC236}">
                <a16:creationId xmlns:a16="http://schemas.microsoft.com/office/drawing/2014/main" id="{A7E0185B-7B93-4152-8C23-22A8F83E8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26733" y="4167528"/>
            <a:ext cx="2405605" cy="2405605"/>
          </a:xfrm>
          <a:prstGeom prst="rect">
            <a:avLst/>
          </a:prstGeom>
        </p:spPr>
      </p:pic>
      <p:pic>
        <p:nvPicPr>
          <p:cNvPr id="1026" name="Picture 2" descr="https://tsukatte.com/wp-content/uploads/2022/04/kamifuusen.png">
            <a:extLst>
              <a:ext uri="{FF2B5EF4-FFF2-40B4-BE49-F238E27FC236}">
                <a16:creationId xmlns:a16="http://schemas.microsoft.com/office/drawing/2014/main" id="{0780510D-8599-4F95-8A09-BBA4227B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690" y="1130300"/>
            <a:ext cx="2267673" cy="226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86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Noboru Nakamichi</dc:creator>
  <cp:lastModifiedBy>Noboru Nakamichi</cp:lastModifiedBy>
  <cp:revision>2</cp:revision>
  <dcterms:created xsi:type="dcterms:W3CDTF">2025-05-22T05:44:20Z</dcterms:created>
  <dcterms:modified xsi:type="dcterms:W3CDTF">2025-05-22T05:48:56Z</dcterms:modified>
</cp:coreProperties>
</file>